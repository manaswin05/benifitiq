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7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6256000" cy="9144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010504"/>
    <a:srgbClr val="090A0C"/>
    <a:srgbClr val="1D1D1D"/>
    <a:srgbClr val="232A32"/>
    <a:srgbClr val="21262A"/>
    <a:srgbClr val="202328"/>
    <a:srgbClr val="1E232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0" d="100"/>
          <a:sy n="50" d="100"/>
        </p:scale>
        <p:origin x="548" y="4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7/26/2026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2402CB16-4EF2-6FA2-3981-6038CDE43BEB}"/>
              </a:ext>
            </a:extLst>
          </p:cNvPr>
          <p:cNvCxnSpPr/>
          <p:nvPr/>
        </p:nvCxnSpPr>
        <p:spPr>
          <a:xfrm>
            <a:off x="4528000" y="4572000"/>
            <a:ext cx="7200000" cy="0"/>
          </a:xfrm>
          <a:prstGeom prst="line">
            <a:avLst/>
          </a:prstGeom>
          <a:ln>
            <a:solidFill>
              <a:srgbClr val="FFFFFF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10" name="Picture 9">
            <a:extLst>
              <a:ext uri="{FF2B5EF4-FFF2-40B4-BE49-F238E27FC236}">
                <a16:creationId xmlns:a16="http://schemas.microsoft.com/office/drawing/2014/main" id="{978D5A2B-8D15-0FDF-6689-1AF96B6388D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rcRect l="2656" t="4622" r="4062" b="5462"/>
          <a:stretch>
            <a:fillRect/>
          </a:stretch>
        </p:blipFill>
        <p:spPr>
          <a:xfrm>
            <a:off x="0" y="0"/>
            <a:ext cx="16297542" cy="9144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rcRect l="2188" t="4201" r="2656" b="5883"/>
          <a:stretch>
            <a:fillRect/>
          </a:stretch>
        </p:blipFill>
        <p:spPr>
          <a:xfrm>
            <a:off x="0" y="0"/>
            <a:ext cx="16335998" cy="9144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rcRect b="5462"/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rcRect l="2187" t="4201" r="4062" b="5883"/>
          <a:stretch>
            <a:fillRect/>
          </a:stretch>
        </p:blipFill>
        <p:spPr>
          <a:xfrm>
            <a:off x="-1" y="0"/>
            <a:ext cx="16256001" cy="9144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68B6C96B-1048-9C71-0F90-D45C01FFF425}"/>
              </a:ext>
            </a:extLst>
          </p:cNvPr>
          <p:cNvSpPr/>
          <p:nvPr/>
        </p:nvSpPr>
        <p:spPr>
          <a:xfrm>
            <a:off x="8585200" y="8458200"/>
            <a:ext cx="7670800" cy="685800"/>
          </a:xfrm>
          <a:prstGeom prst="roundRect">
            <a:avLst/>
          </a:prstGeom>
          <a:solidFill>
            <a:srgbClr val="1E232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76200"/>
            <a:ext cx="16256000" cy="9220200"/>
          </a:xfrm>
          <a:prstGeom prst="rect">
            <a:avLst/>
          </a:prstGeom>
        </p:spPr>
      </p:pic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C01CB427-210C-4124-CCAC-30A2F709A2C1}"/>
              </a:ext>
            </a:extLst>
          </p:cNvPr>
          <p:cNvSpPr/>
          <p:nvPr/>
        </p:nvSpPr>
        <p:spPr>
          <a:xfrm>
            <a:off x="14376400" y="8458200"/>
            <a:ext cx="1879600" cy="685800"/>
          </a:xfrm>
          <a:prstGeom prst="roundRect">
            <a:avLst/>
          </a:prstGeom>
          <a:solidFill>
            <a:srgbClr val="1E232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BDE7B291-D6D2-5315-0822-CF3E59FC6FFF}"/>
              </a:ext>
            </a:extLst>
          </p:cNvPr>
          <p:cNvSpPr/>
          <p:nvPr/>
        </p:nvSpPr>
        <p:spPr>
          <a:xfrm>
            <a:off x="14376400" y="8458200"/>
            <a:ext cx="1752600" cy="685800"/>
          </a:xfrm>
          <a:prstGeom prst="roundRect">
            <a:avLst/>
          </a:prstGeom>
          <a:solidFill>
            <a:srgbClr val="1E232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76200"/>
            <a:ext cx="16256000" cy="9220200"/>
          </a:xfrm>
          <a:prstGeom prst="rect">
            <a:avLst/>
          </a:prstGeom>
        </p:spPr>
      </p:pic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FED63034-9C49-6B0E-6AD2-779C9D784E60}"/>
              </a:ext>
            </a:extLst>
          </p:cNvPr>
          <p:cNvSpPr/>
          <p:nvPr/>
        </p:nvSpPr>
        <p:spPr>
          <a:xfrm>
            <a:off x="14376400" y="8610600"/>
            <a:ext cx="1879600" cy="533400"/>
          </a:xfrm>
          <a:prstGeom prst="roundRect">
            <a:avLst/>
          </a:prstGeom>
          <a:solidFill>
            <a:srgbClr val="21262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52400"/>
            <a:ext cx="16256000" cy="9296400"/>
          </a:xfrm>
          <a:prstGeom prst="rect">
            <a:avLst/>
          </a:prstGeom>
        </p:spPr>
      </p:pic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85BEC6F2-60B1-89FF-1DA2-0AD407118004}"/>
              </a:ext>
            </a:extLst>
          </p:cNvPr>
          <p:cNvSpPr/>
          <p:nvPr/>
        </p:nvSpPr>
        <p:spPr>
          <a:xfrm>
            <a:off x="14376400" y="8610600"/>
            <a:ext cx="1879600" cy="533400"/>
          </a:xfrm>
          <a:prstGeom prst="roundRect">
            <a:avLst/>
          </a:prstGeom>
          <a:solidFill>
            <a:srgbClr val="232A3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rcRect b="4762"/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37</TotalTime>
  <Words>0</Words>
  <Application>Microsoft Office PowerPoint</Application>
  <PresentationFormat>Custom</PresentationFormat>
  <Paragraphs>0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Manaswin Sripatnala</cp:lastModifiedBy>
  <cp:revision>3</cp:revision>
  <dcterms:created xsi:type="dcterms:W3CDTF">2006-08-16T00:00:00Z</dcterms:created>
  <dcterms:modified xsi:type="dcterms:W3CDTF">2026-07-26T17:41:36Z</dcterms:modified>
</cp:coreProperties>
</file>